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89" r:id="rId5"/>
    <p:sldId id="526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赖胜枢" initials="赖胜枢" lastIdx="3" clrIdx="0"/>
  <p:cmAuthor id="29" name="Y" initials="YY [29]" lastIdx="1" clrIdx="28"/>
  <p:cmAuthor id="1" name="杨红梅" initials="杨红梅" lastIdx="1" clrIdx="1"/>
  <p:cmAuthor id="2" name="李燕" initials="李燕" lastIdx="1" clrIdx="2"/>
  <p:cmAuthor id="3" name="Administrator" initials="A" lastIdx="2" clrIdx="3"/>
  <p:cmAuthor id="4" name="Windows 用户" initials="W用" lastIdx="4" clrIdx="4"/>
  <p:cmAuthor id="5" name="Julie" initials="J" lastIdx="1" clrIdx="4"/>
  <p:cmAuthor id="6" name="涛 黄" initials="涛" lastIdx="2" clrIdx="6"/>
  <p:cmAuthor id="7" name="成林 杨" initials="成林" lastIdx="1" clrIdx="7"/>
  <p:cmAuthor id="8" name="27209" initials="2" lastIdx="41" clrIdx="7"/>
  <p:cmAuthor id="9" name="Microsoft Office User" initials="MOU" lastIdx="10" clrIdx="8"/>
  <p:cmAuthor id="10" name="wuzhengmao" initials="w" lastIdx="2" clrIdx="9"/>
  <p:cmAuthor id="11" name="王昌军" initials="王" lastIdx="1" clrIdx="0"/>
  <p:cmAuthor id="12" name="作者" initials="作" lastIdx="0" clrIdx="10"/>
  <p:cmAuthor id="13" name="陈明明" initials="陈" lastIdx="3" clrIdx="12"/>
  <p:cmAuthor id="14" name="向剑" initials="向剑" lastIdx="0" clrIdx="0"/>
  <p:cmAuthor id="17" name="代钰莹" initials="DYY" lastIdx="3" clrIdx="16"/>
  <p:cmAuthor id="15" name="未知用户8" initials="未知用户8" lastIdx="1" clrIdx="14"/>
  <p:cmAuthor id="16" name="未知用户22" initials="未知用户22" lastIdx="1" clrIdx="0"/>
  <p:cmAuthor id="18" name="LuMeyer" initials="L" lastIdx="2" clrIdx="0"/>
  <p:cmAuthor id="19" name="未知用户2" initials="未" lastIdx="14" clrIdx="0"/>
  <p:cmAuthor id="20" name="未知用户3" initials="未" lastIdx="2" clrIdx="0"/>
  <p:cmAuthor id="21" name="hanwei" initials="h" lastIdx="1" clrIdx="15"/>
  <p:cmAuthor id="22" name="未知用户5" initials="未" lastIdx="11" clrIdx="1"/>
  <p:cmAuthor id="23" name="未知用户6" initials="未" lastIdx="5" clrIdx="2"/>
  <p:cmAuthor id="25" name="xiaosenren" initials="x" lastIdx="2" clrIdx="24"/>
  <p:cmAuthor id="26" name="Jeff.Zhou" initials="J" lastIdx="1" clrIdx="0"/>
  <p:cmAuthor id="27" name="li miao" initials="lm" lastIdx="1" clrIdx="14"/>
  <p:cmAuthor id="28" name="ling.bai" initials="l" lastIdx="1" clrIdx="27"/>
  <p:cmAuthor id="30" name="111" initials="1" lastIdx="1" clrIdx="29"/>
  <p:cmAuthor id="31" name="za-jijingting" initials="z" lastIdx="1" clrIdx="30"/>
  <p:cmAuthor id="32" name="Sicheng Wang" initials="SW" lastIdx="21" clrIdx="31"/>
  <p:cmAuthor id="33" name="za-chuweiguo" initials="z" lastIdx="1" clrIdx="32"/>
  <p:cmAuthor id="76" name="Wurui (Ray)" initials="W(" lastIdx="1" clrIdx="25"/>
  <p:cmAuthor id="77" name="家华 胡" initials="家华" lastIdx="1" clrIdx="3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00"/>
    <a:srgbClr val="2F5597"/>
    <a:srgbClr val="2E75B6"/>
    <a:srgbClr val="F4BCB7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1933"/>
        <p:guide pos="377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目标写缩短多少。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目标写缩短多少。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内页底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6515" y="-26670"/>
            <a:ext cx="12285980" cy="687387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3"/>
          <a:srcRect r="72909" b="83450"/>
          <a:stretch>
            <a:fillRect/>
          </a:stretch>
        </p:blipFill>
        <p:spPr>
          <a:xfrm>
            <a:off x="-97155" y="-10795"/>
            <a:ext cx="2714625" cy="9277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封底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5885" y="-34925"/>
            <a:ext cx="12352655" cy="6910705"/>
          </a:xfrm>
          <a:prstGeom prst="rect">
            <a:avLst/>
          </a:prstGeom>
        </p:spPr>
      </p:pic>
      <p:pic>
        <p:nvPicPr>
          <p:cNvPr id="7" name="图片 6" descr="力创"/>
          <p:cNvPicPr>
            <a:picLocks noChangeAspect="1"/>
          </p:cNvPicPr>
          <p:nvPr userDrawn="1"/>
        </p:nvPicPr>
        <p:blipFill>
          <a:blip r:embed="rId3"/>
          <a:srcRect t="34665" b="38501"/>
          <a:stretch>
            <a:fillRect/>
          </a:stretch>
        </p:blipFill>
        <p:spPr>
          <a:xfrm>
            <a:off x="318135" y="1859280"/>
            <a:ext cx="11555730" cy="1734820"/>
          </a:xfrm>
          <a:prstGeom prst="rect">
            <a:avLst/>
          </a:prstGeom>
        </p:spPr>
      </p:pic>
      <p:pic>
        <p:nvPicPr>
          <p:cNvPr id="8" name="图片 7" descr="上下logo"/>
          <p:cNvPicPr>
            <a:picLocks noChangeAspect="1"/>
          </p:cNvPicPr>
          <p:nvPr userDrawn="1"/>
        </p:nvPicPr>
        <p:blipFill>
          <a:blip r:embed="rId4"/>
          <a:srcRect l="38245" t="10742" r="39564" b="62085"/>
          <a:stretch>
            <a:fillRect/>
          </a:stretch>
        </p:blipFill>
        <p:spPr>
          <a:xfrm>
            <a:off x="4848860" y="3975100"/>
            <a:ext cx="2494915" cy="17094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 wrap="square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 wrap="square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封面底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8575" y="-5715"/>
            <a:ext cx="12270105" cy="686498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7"/>
          <a:srcRect r="72909" b="83450"/>
          <a:stretch>
            <a:fillRect/>
          </a:stretch>
        </p:blipFill>
        <p:spPr>
          <a:xfrm>
            <a:off x="-97155" y="-10795"/>
            <a:ext cx="2714625" cy="9277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38555" y="4212590"/>
            <a:ext cx="2620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2400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202X</a:t>
            </a:r>
            <a:r>
              <a:rPr kumimoji="1" lang="zh-CN" altLang="zh-CN" sz="2400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年</a:t>
            </a:r>
            <a:r>
              <a:rPr kumimoji="1" lang="en-US" altLang="zh-CN" sz="2400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</a:t>
            </a:r>
            <a:r>
              <a:rPr kumimoji="1" lang="zh-CN" altLang="zh-CN" sz="2400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月</a:t>
            </a:r>
            <a:endParaRPr kumimoji="1" lang="zh-CN" altLang="en-US" sz="2400" dirty="0">
              <a:solidFill>
                <a:srgbClr val="AB1F29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1400" y="1931670"/>
            <a:ext cx="107632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4400" b="1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</a:rPr>
              <a:t>XXX</a:t>
            </a:r>
            <a:r>
              <a:rPr kumimoji="1" lang="zh-CN" altLang="en-US" sz="4400" b="1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</a:rPr>
              <a:t>（标题）</a:t>
            </a:r>
            <a:endParaRPr kumimoji="1" lang="zh-CN" altLang="en-US" sz="4400" b="1" dirty="0">
              <a:solidFill>
                <a:srgbClr val="AB1F29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1138598" y="3319670"/>
            <a:ext cx="867283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38555" y="3567430"/>
            <a:ext cx="8716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en-US" altLang="zh-CN" sz="3200" b="1" dirty="0">
                <a:solidFill>
                  <a:srgbClr val="AB1F29"/>
                </a:solidFill>
                <a:latin typeface="楷体" panose="02010609060101010101" charset="-122"/>
                <a:ea typeface="楷体" panose="02010609060101010101" charset="-122"/>
                <a:cs typeface="Arial Unicode MS" panose="020B0604020202020204" charset="-122"/>
              </a:rPr>
              <a:t>XXX</a:t>
            </a:r>
            <a:endParaRPr kumimoji="1" lang="en-US" altLang="zh-CN" sz="3200" b="1" dirty="0">
              <a:solidFill>
                <a:srgbClr val="AB1F29"/>
              </a:solidFill>
              <a:latin typeface="楷体" panose="02010609060101010101" charset="-122"/>
              <a:ea typeface="楷体" panose="02010609060101010101" charset="-122"/>
              <a:cs typeface="Arial Unicode MS" panose="020B0604020202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804650" y="5696585"/>
            <a:ext cx="0" cy="117221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729345" y="5696585"/>
            <a:ext cx="3075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60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493770" y="221615"/>
            <a:ext cx="8775700" cy="472440"/>
            <a:chOff x="5502" y="349"/>
            <a:chExt cx="13820" cy="744"/>
          </a:xfrm>
        </p:grpSpPr>
        <p:sp>
          <p:nvSpPr>
            <p:cNvPr id="10" name="2. Slide Title"/>
            <p:cNvSpPr>
              <a:spLocks noGrp="1"/>
            </p:cNvSpPr>
            <p:nvPr>
              <p:custDataLst>
                <p:tags r:id="rId1"/>
              </p:custDataLst>
            </p:nvPr>
          </p:nvSpPr>
          <p:spPr>
            <a:xfrm>
              <a:off x="5502" y="349"/>
              <a:ext cx="13799" cy="741"/>
            </a:xfrm>
            <a:prstGeom prst="rect">
              <a:avLst/>
            </a:prstGeom>
            <a:gradFill>
              <a:gsLst>
                <a:gs pos="0">
                  <a:srgbClr val="FEF3E1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</a:gradFill>
          </p:spPr>
          <p:txBody>
            <a:bodyPr vert="horz" wrap="square" lIns="107950" tIns="0" rIns="10795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93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lvl="0" indent="457200" algn="r">
                <a:lnSpc>
                  <a:spcPct val="100000"/>
                </a:lnSpc>
              </a:pPr>
              <a:r>
                <a:rPr lang="en-US" altLang="zh-CN" sz="2400" dirty="0">
                  <a:latin typeface="Arial" panose="020B0604020202090204" pitchFamily="34" charset="0"/>
                  <a:ea typeface="楷体" panose="02010609060101010101" charset="-122"/>
                  <a:sym typeface="+mn-ea"/>
                </a:rPr>
                <a:t>XXX</a:t>
              </a:r>
              <a:endParaRPr lang="en-US" altLang="zh-CN" sz="2400" dirty="0">
                <a:latin typeface="Arial" panose="020B0604020202090204" pitchFamily="34" charset="0"/>
                <a:ea typeface="楷体" panose="02010609060101010101" charset="-122"/>
                <a:sym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5682" y="1093"/>
              <a:ext cx="13641" cy="0"/>
            </a:xfrm>
            <a:prstGeom prst="line">
              <a:avLst/>
            </a:prstGeom>
            <a:ln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4000">
                    <a:schemeClr val="accent2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744855" y="695960"/>
            <a:ext cx="104806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XXXX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493770" y="221615"/>
            <a:ext cx="8775700" cy="472440"/>
            <a:chOff x="5502" y="349"/>
            <a:chExt cx="13820" cy="744"/>
          </a:xfrm>
        </p:grpSpPr>
        <p:sp>
          <p:nvSpPr>
            <p:cNvPr id="10" name="2. Slide Title"/>
            <p:cNvSpPr>
              <a:spLocks noGrp="1"/>
            </p:cNvSpPr>
            <p:nvPr>
              <p:custDataLst>
                <p:tags r:id="rId1"/>
              </p:custDataLst>
            </p:nvPr>
          </p:nvSpPr>
          <p:spPr>
            <a:xfrm>
              <a:off x="5502" y="349"/>
              <a:ext cx="13799" cy="741"/>
            </a:xfrm>
            <a:prstGeom prst="rect">
              <a:avLst/>
            </a:prstGeom>
            <a:gradFill>
              <a:gsLst>
                <a:gs pos="0">
                  <a:srgbClr val="FEF3E1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</a:gradFill>
          </p:spPr>
          <p:txBody>
            <a:bodyPr vert="horz" wrap="square" lIns="107950" tIns="0" rIns="10795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93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lvl="0" indent="457200" algn="r">
                <a:lnSpc>
                  <a:spcPct val="100000"/>
                </a:lnSpc>
              </a:pPr>
              <a:r>
                <a:rPr lang="en-US" altLang="zh-CN" sz="2400" dirty="0">
                  <a:latin typeface="Arial" panose="020B0604020202090204" pitchFamily="34" charset="0"/>
                  <a:ea typeface="楷体" panose="02010609060101010101" charset="-122"/>
                  <a:sym typeface="+mn-ea"/>
                </a:rPr>
                <a:t>XXX</a:t>
              </a:r>
              <a:endParaRPr lang="en-US" altLang="zh-CN" sz="2400" dirty="0">
                <a:latin typeface="Arial" panose="020B0604020202090204" pitchFamily="34" charset="0"/>
                <a:ea typeface="楷体" panose="02010609060101010101" charset="-122"/>
                <a:sym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5682" y="1093"/>
              <a:ext cx="13641" cy="0"/>
            </a:xfrm>
            <a:prstGeom prst="line">
              <a:avLst/>
            </a:prstGeom>
            <a:ln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4000">
                    <a:schemeClr val="accent2">
                      <a:lumMod val="7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744855" y="695960"/>
            <a:ext cx="104806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XXXX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力创"/>
          <p:cNvPicPr>
            <a:picLocks noChangeAspect="1"/>
          </p:cNvPicPr>
          <p:nvPr userDrawn="1"/>
        </p:nvPicPr>
        <p:blipFill>
          <a:blip r:embed="rId1"/>
          <a:srcRect t="34665" b="38501"/>
          <a:stretch>
            <a:fillRect/>
          </a:stretch>
        </p:blipFill>
        <p:spPr>
          <a:xfrm>
            <a:off x="318135" y="1859280"/>
            <a:ext cx="11555730" cy="1734820"/>
          </a:xfrm>
          <a:prstGeom prst="rect">
            <a:avLst/>
          </a:prstGeom>
        </p:spPr>
      </p:pic>
      <p:pic>
        <p:nvPicPr>
          <p:cNvPr id="8" name="图片 7" descr="上下logo"/>
          <p:cNvPicPr>
            <a:picLocks noChangeAspect="1"/>
          </p:cNvPicPr>
          <p:nvPr userDrawn="1"/>
        </p:nvPicPr>
        <p:blipFill>
          <a:blip r:embed="rId2"/>
          <a:srcRect l="38245" t="10742" r="39564" b="62085"/>
          <a:stretch>
            <a:fillRect/>
          </a:stretch>
        </p:blipFill>
        <p:spPr>
          <a:xfrm>
            <a:off x="4848225" y="3975100"/>
            <a:ext cx="2494915" cy="17094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SLIDE_MODEL_TYPE" val="cover"/>
</p:tagLst>
</file>

<file path=ppt/tags/tag9.xml><?xml version="1.0" encoding="utf-8"?>
<p:tagLst xmlns:p="http://schemas.openxmlformats.org/presentationml/2006/main">
  <p:tag name="SHAPENAME" val="2. Slide Title"/>
</p:tagLst>
</file>

<file path=ppt/tags/tag10.xml><?xml version="1.0" encoding="utf-8"?>
<p:tagLst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方正书宋_GBK</vt:lpstr>
      <vt:lpstr>Wingdings</vt:lpstr>
      <vt:lpstr>楷体</vt:lpstr>
      <vt:lpstr>汉仪楷体KW</vt:lpstr>
      <vt:lpstr>Arial Unicode MS</vt:lpstr>
      <vt:lpstr>微软雅黑</vt:lpstr>
      <vt:lpstr>汉仪旗黑</vt:lpstr>
      <vt:lpstr>宋体</vt:lpstr>
      <vt:lpstr>黑体</vt:lpstr>
      <vt:lpstr>汉仪中黑KW</vt:lpstr>
      <vt:lpstr>Arial Black</vt:lpstr>
      <vt:lpstr>Calibri</vt:lpstr>
      <vt:lpstr>Helvetica Neue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linmaog</cp:lastModifiedBy>
  <cp:revision>484</cp:revision>
  <dcterms:created xsi:type="dcterms:W3CDTF">2026-07-05T14:36:02Z</dcterms:created>
  <dcterms:modified xsi:type="dcterms:W3CDTF">2026-07-05T14:36:02Z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2052-3.6.0.5672</vt:lpwstr>
  </property>
  <property fmtid="{D5CDD505-2E9C-101B-9397-08002B2CF9AE}" pid="3" name="ICV">
    <vt:lpwstr>290436EAAEB6E4A0E8E50F6A2BFDEA13_43</vt:lpwstr>
  </property>
</Properties>
</file>